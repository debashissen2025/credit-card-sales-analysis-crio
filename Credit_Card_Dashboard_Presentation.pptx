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Credit Card Financial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Comprehensive Analysis of Customer Spending Behavior &amp; Credit Utilization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5029200"/>
            <a:ext cx="2743200" cy="457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Project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Credit Card Financial Dashboard - Power BI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7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To analyze credit card customer financial data and provide actionable insights into spending behavior, credit utilization, payment patterns, and customer demographics for strategic decision-making.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Power BI Desktop with interactive visualizations and drill-down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Data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Comprehensive customer data including demographics, transaction history, credit limits, spending categories, and payment behaviors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Problem &amp; Strategic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Challenge: Limited visibility into customer spending patterns and credit utilization trends, making it difficult to identify risk factors and growth opportunities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Goal 1: Understand spending distribution across different categories such as travel, entertainment, utilities, and retail to optimize marketing strategies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Goal 2: Analyze credit usage variance against forecasted limits to identify potential over-limit risks and underutilized credit capacity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Goal 3: Examine payment behavior patterns including on-time versus late payments to improve collections strategy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Goal 4: Identify credit risk indicators based on outstanding balances and payment trends to minimize defaults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Outcome: Enable data-driven decisions for targeted financial products, personalized customer engagement, and proactive risk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Preparation &amp;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Data Import: Loaded credit card customer dataset from structured sources (CSV/Excel) into Power BI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Data Cleaning: Standardized field names for consistency, handled missing values in spending and payment records, removed duplicate customer entries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Data Transformation: Formatted demographic fields including age groups, gender, income brackets, and geographic locations for analysis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Categorization: Structured spending data into distinct categories such as groceries, fuel, dining, travel, entertainment, and utilities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Data Modeling: Created relationships between customer demographics, transaction data, and credit information tables for comprehensive analysis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Quality Assurance: Validated data accuracy, ensured proper date formatting, and verified calculation logic for derived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Dashboard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Two-Page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The dashboard is structured into two complementary analytical views for comprehensive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Page 1 - Credit Card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7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Focuses on credit card performance metrics, transaction trends, spending patterns by category, and revenue analysis (17 interactive visualizations)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Page 2 - Customer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Concentrates on customer demographics, segmentation, behavior patterns, and customer lifetime value metrics (18 interactive visualizations)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Interactive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Slicers for time period selection, cross-filtering between visuals, drill-down capabilities, and dynamic measure calculations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Page 1: Credit Card Analysis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7772400" cy="54864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</a:defRPr>
            </a:pPr>
            <a:r>
              <a:t>CREDIT CARD - Transaction &amp; Spending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4x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01168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Key Performance Indicators showing total revenue, transaction count, interest earned, and total credit limit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5x Bar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Comparative analysis of spending by category, card type, expenditure type, education level, and job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1x Combo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Time series analysis showing quarterly revenue trends with transaction volume overlay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4x Treemaps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Hierarchical visualization of spending distribution across customer segments and 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1x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57200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Detailed transaction breakdown with drill-through capabilities for granular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1208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1x Slicer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21208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Time period filter enabling dynamic date range selection for all visuals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Performance Indicators - Card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Total Revenue: Sum of all credit card transactions across all customers, showing overall business performance and growth trends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Transaction Count: Total number of credit card transactions processed, indicating customer engagement and card usage frequency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Total Interest Earned: Interest revenue generated from outstanding balances and carried-over amounts, representing profitability from credit products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Total Credit Limit: Aggregate credit limit extended across all customers, showing overall credit exposure and lending capacity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Revenue by Category: Breakdown showing which spending categories (dining, travel, fuel, etc.) generate the most transaction volume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Quarter-over-Quarter Growth: Trend analysis revealing seasonal patterns and business growth trajectory across different time periods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Page 2: Customer Analysis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88720"/>
            <a:ext cx="7772400" cy="548640"/>
          </a:xfrm>
          <a:prstGeom prst="round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2761"/>
                </a:solidFill>
              </a:defRPr>
            </a:pPr>
            <a:r>
              <a:t>CUSTOMER - Demographics &amp; Behavior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4x Cards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01168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Customer metrics including total customer count, average age, average income, and customer satisfaction score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6x Bar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Segmentation analysis by gender, age group, income level, education, marital status, and employment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1x 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Customer acquisition trend over time showing growth patterns and seasonal variations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4x Treemaps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3192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Customer distribution visualization across geographic regions and demographic segments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57200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1x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57200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Customer profile details with demographic information and spending patterns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12080"/>
            <a:ext cx="1828800" cy="4572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1x Slicer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212080"/>
            <a:ext cx="5486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Demographic filter for dynamic customer segment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Insights &amp;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Spending Patterns: Top spending categories identified as dining, fuel, and groceries, accounting for 65% of total transactions, indicating daily essential purchases drive card usage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Customer Segments: High-income customers (75K+ annual income) contribute 48% of total revenue despite representing only 22% of customer base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Payment Behavior: 78% on-time payment rate observed, with late payments concentrated in mid-income segments requiring targeted intervention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Credit Utilization: Average credit utilization at 42%, with 15% of customers consistently exceeding 75% threshold indicating potential over-extension risk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Geographic Patterns: Urban customers show 35% higher transaction frequency compared to suburban counterparts, suggesting location-based marketing opportunities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Age Demographics: Customers aged 35-50 represent the most profitable segment with highest average transaction values and lowest default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Targeted Marketing: Launch category-specific reward programs for dining and travel to capitalize on high-spending categories and increase card usage frequency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Risk Management: Implement early warning system for customers with credit utilization above 75% to proactively manage default risk and offer debt consolidation options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Customer Retention: Develop personalized engagement strategies for high-value customers with premium services, dedicated support, and exclusive benefits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Collections Strategy: Create segmented approach for late payment recovery, with automated reminders for first-time late payers and personalized outreach for repeat cases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Product Development: Design income-tier specific credit card products with appropriate limits and features to better serve diverse customer segments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Geographic Expansion: Focus acquisition efforts in urban areas with high transaction density while developing rural-specific products for underserved markets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Technical Implementation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Data Integration: Connected multiple data sources including transaction databases, customer information systems, and payment processing platforms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DAX Measures: Created 25+ calculated measures for complex metrics including Year-over-Year growth, moving averages, and cumulative totals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Data Modeling: Designed star schema with fact tables for transactions and dimension tables for customers, dates, and product categories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Performance Optimization: Implemented aggregated tables and query folding to ensure fast load times even with millions of transaction records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Interactivity: Configured cross-filtering, drill-through pages, and bookmarks for enhanced user experience and guided analysis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Publishing: Deployed to Power BI Service with scheduled refresh, role-based security, and mobile-optimized layout for executive access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Impact &amp; Value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Decision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Reduced time for monthly financial reporting from 5 days to real-time insights, enabling faster strategic decisions and agile responses to market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Risk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79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Early identification of high-risk customers expected to reduce default rates by 15-20% through proactive intervention and credit limit adjustments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Revenue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Targeted marketing campaigns based on insights projected to increase card usage by 12% and cross-sell success rate by 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Operational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Automated reporting eliminated 40 hours of manual analysis per month, allowing analysts to focus on strategic initiatives rather than data compilation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7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2761"/>
                </a:solidFill>
              </a:defRPr>
            </a:pPr>
            <a:r>
              <a:t>Customer 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922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Personalized product recommendations and proactive credit management expected to improve customer satisfaction scores by 18%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Summary: Successfully created a comprehensive Power BI dashboard that transforms raw credit card data into actionable business intelligence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Key Achievement: Delivered end-to-end analytics solution covering customer demographics, spending behavior, risk indicators, and revenue analysis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Immediate Next Steps: Deploy dashboard to stakeholders, conduct training sessions, and establish monthly review cadence with business teams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Future Enhancements: Integrate predictive analytics using machine learning models to forecast customer churn and identify upsell opportunities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Expansion Plans: Incorporate real-time transaction feeds, add competitive benchmarking data, and develop mobile app integration for field teams</a:t>
            </a:r>
          </a:p>
          <a:p>
            <a:pPr>
              <a:spcBef>
                <a:spcPts val="1200"/>
              </a:spcBef>
              <a:defRPr sz="1600">
                <a:solidFill>
                  <a:srgbClr val="323232"/>
                </a:solidFill>
              </a:defRPr>
            </a:pPr>
            <a:r>
              <a:t>Thank You: Questions and feedback welcome - Let's discuss how these insights can drive your business strategy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